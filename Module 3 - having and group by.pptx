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9D15-FB61-4891-139F-BB128DD76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C94C8-6F32-5571-AB81-5C970BFC0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456A-541A-A63B-FF4C-B493AF26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82C5F-4DE3-C4DA-B019-EF2273FF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7381B-9F2E-30CB-E36F-F08B27A3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0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1682-086C-8200-FE11-ECF54AAF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45DAA-249F-D11B-6BE4-B3B61571D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2E0E9-39D1-FB50-D061-332714F1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D7910-B254-D1B8-A259-0A5B1922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736FE-C1CE-ACA5-FFED-52536BB8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8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B6A1-9D66-5F2C-6BF4-6E2871F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D310F-7406-979D-4FFE-8E540B432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6A385-39FF-9FB8-B59B-3C25CAAC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BB0FF-F3CA-BC53-321F-181DE7F3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91C7-6496-0E63-9D45-AED1DF04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4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524ED-5E42-8496-F539-765A4809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84193-0052-A7B7-862A-F2DB5959E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768F6-7391-1E1E-FC2F-895C2CF9E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1A3C9-DB4F-8FAE-5C44-B401FBF6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B5D43-FC2F-9C5A-27BC-D9A7678C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B1146-6C3E-1311-9DA4-CD3236E0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CAFB-AB98-D8EE-0D64-DF8F2DF5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1E8A7-52E2-EB43-B826-A15164B3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551C6-BA5D-5B1E-201D-800EF23A3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DC75A-1992-9066-B3F1-A1BED04D8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4E23A-159D-26E1-E8A0-9E0D65350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393C0-AD58-2A23-9FC4-49F10D4B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57AA70-DCBF-DA5A-62AF-F8096630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001C3-5F2F-C0E0-C57A-5421C0352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65BD-C6D0-0987-6286-68D241DE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28443-8F11-57B6-1B65-ED645644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007B7-A6AB-3388-0160-3E2B3B52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0EEDF-A0B9-F5C5-761B-B9628F40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F4232-1C17-F8EA-2FF3-7E4D88F0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40EE6-839F-460B-6AA9-12884E3A7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F48D2-F818-C2EC-B187-3C481673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6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A83C-747C-720F-BA47-E2B00BCC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C6761-CD20-5A65-4EFB-90B161C0C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D71BD-0FFB-37A2-6A45-FBB009A50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B9EC6-6FDE-FCC6-A15F-3F1AD64A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EAF5-70CD-8260-940B-7DBF2B30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CC63B-DCF2-83CE-50FB-6E4689FA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38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5513-2789-1C2B-C0DA-64C7535FC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EDD0E-164E-8F4B-BE0B-3FBFCD142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A37AB-AF84-8895-11A1-9213B47C3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3E78F-20BB-06AE-0134-CD678028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AF0FE-4EB7-90F6-80A2-E4E62BD6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EAE8E-A3F5-F704-7A69-1DBEF007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2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075D-61EF-98E7-5255-BB0A8254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65225-4556-9AE5-FEE4-3802AB27D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9B792-1F19-58D7-4BFA-52BC29CCD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FC157-59AD-43A8-93BF-47E39A452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BD723-7B59-446E-91DC-1CF59FDE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3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8AC0C-7ED1-A625-36CD-52F637504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E1D91-D40B-C568-7C39-BB34B82B5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E2655-C135-6EAA-48A5-FF7A102B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AA26C-67C4-915C-6F99-EB076435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F2009-30C4-8020-1CAC-74D111B6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7C52B-1D17-E53D-6CCD-C81CA49B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A9300-68BB-150B-C039-173356E27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469C9-6506-44CC-4863-EACA5FD14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25DEE-FAA4-4D85-B7C3-7230F8E6981D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780C4-3B50-6D91-3E00-798A33BC0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1FFDF-3F32-1DDE-C577-FFE612101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BB0B1-A01C-4C6A-A4D6-592CF2B23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6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C310-0719-6E25-4A83-22A0D9350E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Having &amp; Group By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9E9CC-67A1-0AAF-BFA9-7813009E2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05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802F-4CCF-C757-0B49-DACA5125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A23F6-57DB-A949-C27C-EE035F6D8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by statement groups record into summary rows and return one record for each group (the example of grouping average salary by gender)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 from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where condition group by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 order by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;</a:t>
            </a:r>
          </a:p>
          <a:p>
            <a:r>
              <a:rPr lang="en-US" dirty="0">
                <a:solidFill>
                  <a:srgbClr val="00B050"/>
                </a:solidFill>
              </a:rPr>
              <a:t>Select distinct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 from table;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this lets you extract data from a column without any redundancy.</a:t>
            </a:r>
          </a:p>
          <a:p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Round(the variable , the decimal point)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Year(date)  </a:t>
            </a:r>
            <a:r>
              <a:rPr lang="en-US" dirty="0">
                <a:sym typeface="Wingdings" panose="05000000000000000000" pitchFamily="2" charset="2"/>
              </a:rPr>
              <a:t>this function lets you extract the </a:t>
            </a:r>
            <a:r>
              <a:rPr lang="en-US">
                <a:sym typeface="Wingdings" panose="05000000000000000000" pitchFamily="2" charset="2"/>
              </a:rPr>
              <a:t>year from any date.</a:t>
            </a:r>
          </a:p>
          <a:p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06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3343-D6C8-D607-B829-5A2FA740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Study (How to join 2 tables by inner joins)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0A8C1-91BE-2C97-C126-A0201D843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83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0D1F-AC72-D476-68F9-A0E09606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1E9D2-F30D-973B-F7F8-B57CC0E63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having clause in SQL operates on grouped records returning metric rows only when a certain condition is met</a:t>
            </a:r>
          </a:p>
          <a:p>
            <a:r>
              <a:rPr lang="en-US" dirty="0">
                <a:solidFill>
                  <a:srgbClr val="00B050"/>
                </a:solidFill>
              </a:rPr>
              <a:t>Select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 from </a:t>
            </a:r>
            <a:r>
              <a:rPr lang="en-US" dirty="0" err="1">
                <a:solidFill>
                  <a:srgbClr val="00B050"/>
                </a:solidFill>
              </a:rPr>
              <a:t>table_name</a:t>
            </a:r>
            <a:r>
              <a:rPr lang="en-US" dirty="0">
                <a:solidFill>
                  <a:srgbClr val="00B050"/>
                </a:solidFill>
              </a:rPr>
              <a:t> where condition group by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 having condition order by </a:t>
            </a:r>
            <a:r>
              <a:rPr lang="en-US" dirty="0" err="1">
                <a:solidFill>
                  <a:srgbClr val="00B050"/>
                </a:solidFill>
              </a:rPr>
              <a:t>column_name</a:t>
            </a:r>
            <a:r>
              <a:rPr lang="en-US" dirty="0">
                <a:solidFill>
                  <a:srgbClr val="00B050"/>
                </a:solidFill>
              </a:rPr>
              <a:t>;</a:t>
            </a:r>
          </a:p>
          <a:p>
            <a:r>
              <a:rPr lang="en-US" dirty="0"/>
              <a:t>We can consider the having as the where condition of the group by query</a:t>
            </a:r>
          </a:p>
          <a:p>
            <a:r>
              <a:rPr lang="en-US" dirty="0"/>
              <a:t>Having only works with the aggregate function such as count</a:t>
            </a:r>
            <a:r>
              <a:rPr lang="en-US"/>
              <a:t>, sum, avg</a:t>
            </a:r>
          </a:p>
          <a:p>
            <a:endParaRPr lang="en-US" dirty="0"/>
          </a:p>
          <a:p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85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180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Having &amp; Group By</vt:lpstr>
      <vt:lpstr>Group By</vt:lpstr>
      <vt:lpstr>Study (How to join 2 tables by inner joins)</vt:lpstr>
      <vt:lpstr>Having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Having &amp; Group By</dc:title>
  <dc:creator>M4800</dc:creator>
  <cp:lastModifiedBy>M4800</cp:lastModifiedBy>
  <cp:revision>2</cp:revision>
  <dcterms:created xsi:type="dcterms:W3CDTF">2023-12-17T15:59:43Z</dcterms:created>
  <dcterms:modified xsi:type="dcterms:W3CDTF">2023-12-18T20:22:07Z</dcterms:modified>
</cp:coreProperties>
</file>